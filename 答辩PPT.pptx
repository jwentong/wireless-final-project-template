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12191695" cy="2468880"/>
          </a:xfrm>
          <a:prstGeom prst="rect">
            <a:avLst/>
          </a:prstGeom>
          <a:solidFill>
            <a:srgbClr val="2A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Microsoft YaHei"/>
              </a:rPr>
              <a:t>基于 AI 辅助编程的无线通信文件传输基带仿真系统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749039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FFFFFF"/>
                </a:solidFill>
                <a:latin typeface="Microsoft YaHei"/>
              </a:rPr>
              <a:t>无线通信技术期末项目答辩 · Vibe → Spec → Harness 工程流程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666666"/>
                </a:solidFill>
                <a:latin typeface="Microsoft YaHei"/>
              </a:rPr>
              <a:t>姓名：齐宇恒    学号：2024140044    GitHub：EchoTreee</a:t>
            </a:r>
          </a:p>
          <a:p>
            <a:r>
              <a:rPr sz="1600" b="0">
                <a:solidFill>
                  <a:srgbClr val="666666"/>
                </a:solidFill>
                <a:latin typeface="Microsoft YaHei"/>
              </a:rPr>
              <a:t>Fork：github.com/EchoTreee/wireless-final-project-template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wrap="square"/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项目概述：一句话与一条链路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320040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Microsoft YaHei"/>
              </a:rPr>
              <a:t>• 目标：把 Test.txt（UTF-8 文本）经完整无线基带链路传输，在 received.txt 无损恢复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Microsoft YaHei"/>
              </a:rPr>
              <a:t>• 固定链路：源编码 → 扰码 → 信道编码 → 帧 → QPSK → 信道 → 同步 → 解调 → 译码 → 解扰 → 源解码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Microsoft YaHei"/>
              </a:rPr>
              <a:t>• 验收基线：SNR ≥ 12 dB、AWGN、固定 seed 下 received.txt 与 Test.txt 完全一致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222222"/>
                </a:solidFill>
                <a:latin typeface="Microsoft YaHei"/>
              </a:rPr>
              <a:t>• 当前成果：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666666"/>
                </a:solidFill>
                <a:latin typeface="Microsoft YaHei"/>
              </a:rPr>
              <a:t>   – 单元测试 47 项、公开测试 22 项全部通过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666666"/>
                </a:solidFill>
                <a:latin typeface="Microsoft YaHei"/>
              </a:rPr>
              <a:t>   – 端到端 BER=0、text_match_rate=1.0、checksum_pass=true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666666"/>
                </a:solidFill>
                <a:latin typeface="Microsoft YaHei"/>
              </a:rPr>
              <a:t>   – 完成 Level 3：卷积码 Viterbi、衰落+均衡、多调制对比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wrap="square"/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我的策略：满分点不只在代码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320040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Microsoft YaHei"/>
              </a:rPr>
              <a:t>• 评分结构：设计20 + mock15 + 实现25 + 测试20 + 分析10 + AI与答辩10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Microsoft YaHei"/>
              </a:rPr>
              <a:t>• 洞察：其中约 45 分落在‘工程过程 + 可解释性’，而非纯代码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222222"/>
                </a:solidFill>
                <a:latin typeface="Microsoft YaHei"/>
              </a:rPr>
              <a:t>• 策略：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666666"/>
                </a:solidFill>
                <a:latin typeface="Microsoft YaHei"/>
              </a:rPr>
              <a:t>   – 真实走 PRD→DESIGN→TEST_PLAN→mock→TDD→验证 流程并全程留痕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666666"/>
                </a:solidFill>
                <a:latin typeface="Microsoft YaHei"/>
              </a:rPr>
              <a:t>   – 做到 Level 3 提高模块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666666"/>
                </a:solidFill>
                <a:latin typeface="Microsoft YaHei"/>
              </a:rPr>
              <a:t>   – 每个决策都记进 AI_LOG，既拿分又是答辩故事素材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wrap="square"/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工程流程：Vibe → Spec → Harness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320040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>
                <a:solidFill>
                  <a:srgbClr val="222222"/>
                </a:solidFill>
                <a:latin typeface="Microsoft YaHei"/>
              </a:rPr>
              <a:t>• Vibe（探索）：最低成本澄清需求，读 PRD 与公开测试，定满分策略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222222"/>
                </a:solidFill>
                <a:latin typeface="Microsoft YaHei"/>
              </a:rPr>
              <a:t>• Spec（收敛）：把隐含判断变成显式约束 → DESIGN.md / TEST_PLAN.md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222222"/>
                </a:solidFill>
                <a:latin typeface="Microsoft YaHei"/>
              </a:rPr>
              <a:t>• Harness（验证）：mock 验证设计 → TDD 实现 → 单元/公开测试 → 完成前验证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222222"/>
                </a:solidFill>
                <a:latin typeface="Microsoft YaHei"/>
              </a:rPr>
              <a:t>• 关键习惯：先看 public_tests 反推接口契约，让测试成为设计的 source of truth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wrap="square"/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系统架构：模块化与固定链路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320040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Microsoft YaHe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222222"/>
                </a:solidFill>
                <a:latin typeface="Microsoft YaHei"/>
              </a:rPr>
              <a:t>• src/ 模块与公开测试自动发现命名一致，零适配通过：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666666"/>
                </a:solidFill>
                <a:latin typeface="Microsoft YaHei"/>
              </a:rPr>
              <a:t>   – source / scramble / channel_coding / framing / modulation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666666"/>
                </a:solidFill>
                <a:latin typeface="Microsoft YaHei"/>
              </a:rPr>
              <a:t>   – channel / synchronization / equalizer / metrics / pipeline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Microsoft YaHei"/>
              </a:rPr>
              <a:t>• main.py：统一 CLI，非交互，输出 received.txt + metrics.json + 三张图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Microsoft YaHei"/>
              </a:rPr>
              <a:t>• 可复现：所有随机过程由 seed 控制；通用性：对任意 UTF-8 / 长度 / SNR 工作，无硬编码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wrap="square"/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关键设计①：帧结构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320040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Microsoft YaHe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Microsoft YaHei"/>
              </a:rPr>
              <a:t>• 帧 = Barker-13 前导 | orig_len×3 | coded_len×3 | payload | CRC-16 | padding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Microsoft YaHei"/>
              </a:rPr>
              <a:t>• length 双字段：orig_len（原始 bit 数，去 padding 恢复文本）+ coded_len（编码后 bit 数，定位 payload）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666666"/>
                </a:solidFill>
                <a:latin typeface="Microsoft YaHei"/>
              </a:rPr>
              <a:t>   – 解决了 PRD‘length 语义’与‘接收端定位’的冲突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Microsoft YaHei"/>
              </a:rPr>
              <a:t>• 前导 Barker-13：QPSK 后落主对角线，自相关旁瓣≤1，同步峰尖锐</a:t>
            </a:r>
          </a:p>
        </p:txBody>
      </p:sp>
      <p:pic>
        <p:nvPicPr>
          <p:cNvPr id="5" name="Picture 4" descr="sync_pea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3931920"/>
            <a:ext cx="64008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wrap="square"/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关键设计②：QPSK 与 SNR 口径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320040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Microsoft YaHe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Microsoft YaHei"/>
              </a:rPr>
              <a:t>• Gray 映射 QPSK：00→(1+j)/√2，01→(-1+j)/√2，11→(-1-j)/√2，10→(1-j)/√2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666666"/>
                </a:solidFill>
                <a:latin typeface="Microsoft YaHei"/>
              </a:rPr>
              <a:t>   – 相邻象限仅差 1 bit；1/√2 归一化使符号平均功率=1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Microsoft YaHei"/>
              </a:rPr>
              <a:t>• SNR 定义：符号平均功率 / 复噪声平均功率（dB），与 PRD 一致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666666"/>
                </a:solidFill>
                <a:latin typeface="Microsoft YaHei"/>
              </a:rPr>
              <a:t>   – Eb/N0 = SNR − 3.01 dB（QPSK 每符号 2 bit），用于对照理论 BER</a:t>
            </a:r>
          </a:p>
        </p:txBody>
      </p:sp>
      <p:pic>
        <p:nvPicPr>
          <p:cNvPr id="5" name="Picture 4" descr="constel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3840480"/>
            <a:ext cx="420624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wrap="square"/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关键设计③：卷积码 + Viterbi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320040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Microsoft YaHei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Microsoft YaHei"/>
              </a:rPr>
              <a:t>• 卷积码 K=7、码率 1/2、生成多项式 (171,133)₈，发送端加 6 零尾比特终止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Microsoft YaHei"/>
              </a:rPr>
              <a:t>• 接收端硬判决 Viterbi：64 状态网格加比选 + 回溯最优路径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Microsoft YaHei"/>
              </a:rPr>
              <a:t>• 零尾终止保证无噪声完全可逆；相比无编码约 4–5 dB 编码增益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Microsoft YaHei"/>
              </a:rPr>
              <a:t>• 同时实现 Hamming(7,4) 作对比基线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wrap="square"/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亮点①：mock 驱动的设计修订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320040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Microsoft YaHei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Microsoft YaHei"/>
              </a:rPr>
              <a:t>• 先 mock 后实现：用重复码占位搭骨架，压低 SNR 扫描鲁棒性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Microsoft YaHei"/>
              </a:rPr>
              <a:t>• 发现缺陷：PRD 链路中信道编码在帧封装之前 → 帧头 length 字段不受 FEC 保护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666666"/>
                </a:solidFill>
                <a:latin typeface="Microsoft YaHei"/>
              </a:rPr>
              <a:t>   – 低 SNR 单比特错落在 32-bit 长度字段 → 整帧解析崩溃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Microsoft YaHei"/>
              </a:rPr>
              <a:t>• 修订：length 字段 3× 重复 + 多数判决（不改链路顺序，+128 bit）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017520" y="4297680"/>
          <a:ext cx="61264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2160"/>
                <a:gridCol w="2042160"/>
                <a:gridCol w="2042160"/>
              </a:tblGrid>
              <a:tr h="609600">
                <a:tc>
                  <a:txBody>
                    <a:bodyPr/>
                    <a:lstStyle/>
                    <a:p>
                      <a:r>
                        <a:rPr sz="1400" b="1">
                          <a:latin typeface="Microsoft YaHei"/>
                        </a:rPr>
                        <a:t>SNR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latin typeface="Microsoft YaHei"/>
                        </a:rPr>
                        <a:t>修订前 header 损坏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latin typeface="Microsoft YaHei"/>
                        </a:rPr>
                        <a:t>修订后 header 损坏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400">
                          <a:latin typeface="Microsoft YaHei"/>
                        </a:rPr>
                        <a:t>4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Microsoft YaHei"/>
                        </a:rPr>
                        <a:t>18/20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Microsoft YaHei"/>
                        </a:rPr>
                        <a:t>6/20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400">
                          <a:latin typeface="Microsoft YaHei"/>
                        </a:rPr>
                        <a:t>6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Microsoft YaHei"/>
                        </a:rPr>
                        <a:t>11/20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Microsoft YaHei"/>
                        </a:rPr>
                        <a:t>1/20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wrap="square"/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亮点②：实现期两个调试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320040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Microsoft YaHei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Microsoft YaHei"/>
              </a:rPr>
              <a:t>• 调试一 · checksum 假阴性：CRC 原本算在 coded payload 上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666666"/>
                </a:solidFill>
                <a:latin typeface="Microsoft YaHei"/>
              </a:rPr>
              <a:t>   – AWGN 12dB 残余比特错被 Viterbi 纠正→文本对，但译码前 CRC 失败，矛盾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666666"/>
                </a:solidFill>
                <a:latin typeface="Microsoft YaHei"/>
              </a:rPr>
              <a:t>   – 修复：CRC 覆盖原始信息位、随信息进 FEC 受保护，译码后校验通过（符合 PRD）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Microsoft YaHei"/>
              </a:rPr>
              <a:t>• 调试二 · MMSE 的 SNR 定义：单测噪声功率与全系统 SNR 约定不一致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666666"/>
                </a:solidFill>
                <a:latin typeface="Microsoft YaHei"/>
              </a:rPr>
              <a:t>   – 导致 MMSE 过度收缩、MSE 反大于 ZF；统一约定后 MMSE 恢复最优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Microsoft YaHei"/>
              </a:rPr>
              <a:t>• 两处都定位真实根因（协议分层 / SNR 定义），不是改测试妥协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wrap="square"/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测试结果：全绿 + 端到端无损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320040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Microsoft YaHei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Microsoft YaHei"/>
              </a:rPr>
              <a:t>• 单元测试 47 项全绿（含卷积码纠错、framing header 纠错、AWGN 可复现等）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Microsoft YaHei"/>
              </a:rPr>
              <a:t>• 教师公开测试 22 项全绿（结构/文档/各模块/端到端/反硬编码）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Microsoft YaHei"/>
              </a:rPr>
              <a:t>• 端到端 @SNR12 seed2026：received.txt == Test.txt，BER=0，match=1.0，checksum=true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Microsoft YaHei"/>
              </a:rPr>
              <a:t>• 鲁棒性：对不同文本/长度/SNR/seed/0–128 符号同步偏移/异常输入均处理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wrap="square"/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实验分析：BER-SNR 与编码增益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320040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Microsoft YaHei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64592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Microsoft YaHei"/>
              </a:rPr>
              <a:t>• 卷积码 &lt; 汉明码 &lt; 无编码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Microsoft YaHei"/>
              </a:rPr>
              <a:t>• 编码增益约 4–5 dB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Microsoft YaHei"/>
              </a:rPr>
              <a:t>• 10 dB：无编码 BER≈5e-4，卷积码已无误码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Microsoft YaHei"/>
              </a:rPr>
              <a:t>• 星座图随 SNR 扩散越界即产生误比特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wrap="square"/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提高模块：衰落信道与均衡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320040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Microsoft YaHei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64592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Microsoft YaHei"/>
              </a:rPr>
              <a:t>• Rayleigh 无均衡：BER 居高（随机旋转/缩放）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Microsoft YaHei"/>
              </a:rPr>
              <a:t>• 均衡后 BER 随 SNR 下降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Microsoft YaHei"/>
              </a:rPr>
              <a:t>• ZF ≈ MMSE for QPSK：仅相位判决，差一个正实标量 → 硬判决 BER 重合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Microsoft YaHei"/>
              </a:rPr>
              <a:t>• MMSE 在估计 MSE 意义下更优（单测已验证）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wrap="square"/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提高模块：多调制对比与自适应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320040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Microsoft YaHei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64592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Microsoft YaHei"/>
              </a:rPr>
              <a:t>• BPSK &lt; QPSK &lt; 16-QAM（符号 SNR 口径）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Microsoft YaHei"/>
              </a:rPr>
              <a:t>• QPSK 较 BPSK 差约 3 dB：每符号 2 bit，Eb/N0 低 3 dB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Microsoft YaHei"/>
              </a:rPr>
              <a:t>• 自适应依据：高 SNR 选高阶提速，低 SNR 退低阶保可靠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wrap="square"/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AI 协作与学术诚信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320040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Microsoft YaHei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Microsoft YaHei"/>
              </a:rPr>
              <a:t>• 全程 AI_LOG：关键 prompt、AI 生成、人工修改、采纳理由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Microsoft YaHei"/>
              </a:rPr>
              <a:t>• 保留：整体架构与接口（对齐公开测试）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Microsoft YaHei"/>
              </a:rPr>
              <a:t>• 修改：length→32bit、帧头保护、CRC 分层、MMSE SNR 定义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Microsoft YaHei"/>
              </a:rPr>
              <a:t>• 拒绝：‘直接生成最终代码’，坚持流程留痕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Microsoft YaHei"/>
              </a:rPr>
              <a:t>• 全部代码可解释；无硬编码公开测试；无绕过链路的文件直拷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wrap="square"/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总结与答辩要点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320040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Microsoft YaHei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Microsoft YaHei"/>
              </a:rPr>
              <a:t>• 达成：PRD 全口径达标 + Level 3 + 全测试绿 + 端到端无损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Microsoft YaHei"/>
              </a:rPr>
              <a:t>• 最大亮点：mock 用数据发现并修复设计缺陷（header 保护）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222222"/>
                </a:solidFill>
                <a:latin typeface="Microsoft YaHei"/>
              </a:rPr>
              <a:t>• 可深答的问题：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666666"/>
                </a:solidFill>
                <a:latin typeface="Microsoft YaHei"/>
              </a:rPr>
              <a:t>   – 为何 QPSK / 帧如何支持同步与纠错 / SNR 降低谁先失效 / 乱码排查顺序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666666"/>
                </a:solidFill>
                <a:latin typeface="Microsoft YaHei"/>
              </a:rPr>
              <a:t>   – AI 生成内容保留、修改、拒绝了什么、为什么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